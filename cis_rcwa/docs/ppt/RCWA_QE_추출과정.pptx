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RCWA 에서 QE 까지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전자기장 해석 결과가 어떻게 양자효율 숫자가 되는가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27249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R/T -&gt; 층 흡수 -&gt; 깊이 분해 -&gt; 픽셀 귀속 -&gt; 수집효율 -&gt; 채널 QE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E3A7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575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보존이 기준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8862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임의 스케일을 쓰지 않는다. R+A+T=1 로 절대값을 고정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4361688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E3A7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416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흡수 = Im(eps)|E|^2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47274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빛이 사라진 자리를 세는 것이 곧 광전자 생성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202936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E3A7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5257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광학 QE / 소자 QE 구분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556869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흡수까지가 광학, 캐리어 수집은 별도 물리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장 요약 — 전체 흐름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RCWA 는 '장(field)' 을 준다. QE 는 그 장으로부터 6단계를 거쳐 만들어진다.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72768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EDF3F7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371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RCWA 풀이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50592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S-matrix 로 R, T 와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층별 진폭 a, b 확보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03704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14016" y="1572768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EDF3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8376" y="13716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008376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05456" y="20848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 흡수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05456" y="2450592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Im(eps)|E|^2 적분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빛이 사라진 위치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0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25112" y="1572768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EDF3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13716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16552" y="20848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분해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16552" y="2450592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층을 z 슬라이스로 잘라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깊이별 흡수 밀도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25896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36208" y="1572768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EDF3F7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13716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830568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20848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픽셀 귀속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27648" y="2450592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픽셀 창(window)으로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 방향 적분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36992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47304" y="1572768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EDF3F7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41664" y="1371600"/>
            <a:ext cx="566928" cy="566928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1" name="Text 29"/>
          <p:cNvSpPr/>
          <p:nvPr/>
        </p:nvSpPr>
        <p:spPr>
          <a:xfrm>
            <a:off x="8741664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38744" y="20848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수집효율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38744" y="2450592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eta(z) 를 곱해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전자로 살아남는 비율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48088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058400" y="1572768"/>
            <a:ext cx="1755648" cy="1920240"/>
          </a:xfrm>
          <a:prstGeom prst="roundRect">
            <a:avLst>
              <a:gd name="adj" fmla="val 4167"/>
            </a:avLst>
          </a:prstGeom>
          <a:solidFill>
            <a:srgbClr val="EDF3F7"/>
          </a:solidFill>
          <a:ln w="19050">
            <a:solidFill>
              <a:srgbClr val="1E7F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52760" y="1371600"/>
            <a:ext cx="566928" cy="566928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37" name="Text 35"/>
          <p:cNvSpPr/>
          <p:nvPr/>
        </p:nvSpPr>
        <p:spPr>
          <a:xfrm>
            <a:off x="106527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149840" y="20848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149840" y="2450592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픽셀 면적으로 나누고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채널끼리 평균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3794760"/>
            <a:ext cx="11173968" cy="932688"/>
          </a:xfrm>
          <a:prstGeom prst="roundRect">
            <a:avLst>
              <a:gd name="adj" fmla="val 7843"/>
            </a:avLst>
          </a:prstGeom>
          <a:solidFill>
            <a:srgbClr val="21295C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3895344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QE(lambda) = [ Sum_z eta(z) * A_pixel(z) ] / (pixel area fraction)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85800" y="4325112"/>
            <a:ext cx="1080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A_pixel(z) : 그 픽셀 창 안에서 깊이 z 에 흡수된 광량   |   eta(z) : 그 깊이 전자가 수집될 확률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02920" y="4956048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EDF3F7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" y="530352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(StructureIR) : 층별 물질 배치 + 두께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물질 n,k (실측 dispersion)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광원 : 파장 / 입사각 / 편광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236208" y="4956048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EDF3F7"/>
          </a:solidFill>
          <a:ln/>
        </p:spPr>
      </p:sp>
      <p:sp>
        <p:nvSpPr>
          <p:cNvPr id="47" name="Text 45"/>
          <p:cNvSpPr/>
          <p:nvPr/>
        </p:nvSpPr>
        <p:spPr>
          <a:xfrm>
            <a:off x="6419088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19088" y="530352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QE_rgb : R/G/B 채널별 양자효율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QE_optical : 수집 전 순수 광학 흡수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R, A_stack, QE_trench, QE_deep (손실 내역)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코드: src/sim/simulator.py  _detector_qe()   +   src/rcwa/rcwa.py  band_window_absorption()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— QE 는 정확히 무엇을 세는 값인가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'광학 QE' 와 '소자 QE' 를 섞으면 실측과 절대 안 맞는다.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1173968" cy="932688"/>
          </a:xfrm>
          <a:prstGeom prst="roundRect">
            <a:avLst>
              <a:gd name="adj" fmla="val 784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72184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  =  (수집된 전자 수)  /  (센서 표면에 입사한 광자 수)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1080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분모는 '픽셀에 들어온' 이 아니라 '표면에 입사한' — 반사로 잃은 것도 분모에 남는다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5440680" cy="1965960"/>
          </a:xfrm>
          <a:prstGeom prst="roundRect">
            <a:avLst>
              <a:gd name="adj" fmla="val 2326"/>
            </a:avLst>
          </a:prstGeom>
          <a:solidFill>
            <a:srgbClr val="EDF3F7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606040"/>
            <a:ext cx="54406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광학 QE (optical)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1272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안에서 흡수된 광자의 비율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RCWA 가 직접 주는 값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 R, CF 흡수, grid 흡수는 여기서 빠짐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키 : QE_optical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36208" y="2606040"/>
            <a:ext cx="5440680" cy="1965960"/>
          </a:xfrm>
          <a:prstGeom prst="roundRect">
            <a:avLst>
              <a:gd name="adj" fmla="val 2326"/>
            </a:avLst>
          </a:prstGeom>
          <a:solidFill>
            <a:srgbClr val="EDF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6208" y="2606040"/>
            <a:ext cx="5440680" cy="5486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2743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소자 QE (device)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312724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광학 QE x 캐리어 수집효율 eta(z)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흡수는 됐지만 재결합으로 잃는 분을 뺌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QE 와 비교할 대상은 이쪽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키 : QE  (= QE_rgb 의 원천)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4754880"/>
            <a:ext cx="11173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보존 항등식 — 이게 안 맞으면 계산이 틀린 것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5074920"/>
            <a:ext cx="11173968" cy="932688"/>
          </a:xfrm>
          <a:prstGeom prst="roundRect">
            <a:avLst>
              <a:gd name="adj" fmla="val 7843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175504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+  QE_optical  +  A_stack  =  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5605272"/>
            <a:ext cx="1080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A_stack = Si 밖에서 잃은 전부 (CF 흡수 + metal grid 흡수 + ...). 코드가 매 호출마다 이 항등식으로 절대 스케일을 잡는다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QE_recomb = QE_optical - QE  : 흡수는 됐는데 전자로 못 살아남은 분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RCWA 가 직접 주는 것 : R, T, 그리고 층별 진폭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는 RCWA 의 '부산물' 이 아니라, 진폭 a/b 로부터 다시 쌓아 올리는 값이다.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S-matrix 를 층 끝까지 곱하면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 R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과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투과 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가 나온다. 하지만 이것만으로는 '어느 층 어느 깊이에서' 흡수됐는지 알 수 없다.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80160" y="2057400"/>
            <a:ext cx="10405872" cy="932688"/>
          </a:xfrm>
          <a:prstGeom prst="roundRect">
            <a:avLst>
              <a:gd name="adj" fmla="val 784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157984"/>
            <a:ext cx="10040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node_amps(k)  =  ( a_k , b_k )      &lt;-  cumL[k] 와 cumR[k+1] 의 결합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587752"/>
            <a:ext cx="10040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층 경계(node)에서 상향/하향 진폭. 이걸 알아야 층 내부 필드를 재구성할 수 있다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2461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2461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 내부 필드는 고유모드 전개로 복원한다.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B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eigen-decomposition 없이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이미 구한 W, V, lambda 를 재사용한다.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280160" y="3840480"/>
            <a:ext cx="10405872" cy="1051560"/>
          </a:xfrm>
          <a:prstGeom prst="roundRect">
            <a:avLst>
              <a:gd name="adj" fmla="val 4348"/>
            </a:avLst>
          </a:prstGeom>
          <a:solidFill>
            <a:srgbClr val="F4F7F9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08176" y="393192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elems, cumL, cumR = self._cumulative_S()          # S-matrix 누적 (캐시됨)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node_ab = [self._node_amps(cumL[k], cumR[k+1]) for k in range(len(elems)-1)]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 = [a + b for a, b in node_ab]                  # 층 내부 전개 계수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80160" y="5074920"/>
            <a:ext cx="10405872" cy="1051560"/>
          </a:xfrm>
          <a:prstGeom prst="roundRect">
            <a:avLst>
              <a:gd name="adj" fmla="val 4348"/>
            </a:avLst>
          </a:prstGeom>
          <a:solidFill>
            <a:srgbClr val="FFF6E6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층별 진폭이 필요한가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08760" y="5468112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1-R-T 는 '총 흡수' 일 뿐이다. CF 에서 먹힌 것, metal grid 에서 먹힌 것, DTI 에서 먹힌 것, Si 에서 먹힌 것이 전부 섞여 있다. QE 는 그중 'Si 광다이오드 영역' 만 세야 하므로, 층·깊이·가로위치까지 분해해야 한다.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코드: src/rcwa/rcwa.py  _cumulative_S() / _node_amps()  — S-matrix 는 캐시되어 편광 2회 호출 간 재사용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흡수는 어디서 일어나는가 : Im(eps)|E|^2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포인팅 정리. 매질의 허수 유전율이 있는 곳에서만 빛이 사라진다.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1173968" cy="932688"/>
          </a:xfrm>
          <a:prstGeom prst="roundRect">
            <a:avLst>
              <a:gd name="adj" fmla="val 784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72184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dA/dV  =  (1/2) * omega * eps_0 * Im[eps(x,y)] * |E(x,y,z)|^2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1080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 흡수 밀도 = (그 위치의 흡수성) x (그 위치의 필드 세기). 둘 중 하나라도 0 이면 흡수 없음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5440680" cy="2103120"/>
          </a:xfrm>
          <a:prstGeom prst="roundRect">
            <a:avLst>
              <a:gd name="adj" fmla="val 2174"/>
            </a:avLst>
          </a:prstGeom>
          <a:solidFill>
            <a:srgbClr val="EDF3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87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Im(eps) 가 말해주는 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85292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 = (n - i*k)^2 -&gt; Im(eps) 는 k 에서 온다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SiO2 / air : k=0 -&gt; 흡수 0 (무손실층은 계산 자체를 건너뜀)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: k 가 파장에 따라 급변 (450nm 0.077 / 700nm 0.011)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CF, metal grid 도 Im(eps) 가 있어 흡수한다 — 다만 QE 에는 안 들어감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6208" y="2377440"/>
            <a:ext cx="5440680" cy="2103120"/>
          </a:xfrm>
          <a:prstGeom prst="roundRect">
            <a:avLst>
              <a:gd name="adj" fmla="val 2174"/>
            </a:avLst>
          </a:prstGeom>
          <a:solidFill>
            <a:srgbClr val="ED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2487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|E|^2 가 말해주는 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4808" y="2852928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마이크로렌즈가 빛을 모은 자리 = |E|^2 가 큰 자리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Ez 성분도 포함 (경사입사·고NA 에서 무시 못 함)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 내부에서 z 방향으로 지수적으로 감쇠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DTI 벽 근처는 반사·산란으로 국소적으로 커질 수 있다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4709160"/>
            <a:ext cx="11173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흡수깊이 = lambda / (4*pi*k)  — 파장이 길수록 깊이 들어간다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074920"/>
          <a:ext cx="11173968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31720"/>
                <a:gridCol w="2331720"/>
                <a:gridCol w="2331720"/>
                <a:gridCol w="23500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 nm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 nm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 nm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 nm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흡수깊이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 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 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5.06 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표면 근처에서 다 먹힘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포토다이오드 중앙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두께(3.85um)에 육박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뒤로 새어나감 -&gt; 후면반사 필요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표가 곧 '왜 R 채널만 후면 반사경(BRL)에 민감한가' 의 답이다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깊이 분해 : 층을 z 슬라이스로 자른다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수집효율이 깊이의 함수이므로, 층 총흡수만으로는 부족하다.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층을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= 두께 x 48 /um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개의 슬라이스로 나누고, 슬라이스 중심 z 마다 |E|^2 를 평가한다 (최소 4개).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80160" y="1965960"/>
            <a:ext cx="10405872" cy="86868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20574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zc, A, th, nz, data = self._layer_abs_zcoeffs(i, aE, nz_per_um=48, min_nz=4)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zc : 슬라이스 중심 z (층 상단 기준)      A : |E|^2 의 푸리에 계수 (nz, ndg)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 = (A @ window_spectra.conj().T).real * (th / nz)      # (nz, nw)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3035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표면 기준 '절대깊이' 로 환산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80160" y="3364992"/>
            <a:ext cx="10405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밴드층이 여러 개로 쪼개져 있어도(예: DTI 관통부/비관통부) 수집효율은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표면부터의 절대깊이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로 결정된다. 그래서 각 밴드층 상단의 누적 z 오프셋을 미리 계산해 둔다.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80160" y="4114800"/>
            <a:ext cx="10405872" cy="77724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8176" y="420624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z_off, acc = {}, 0.0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 in band_lis:                 # 밴드 층 (상단 -&gt; 하단)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z_off[li] = acc;  acc += float(self.layer_stack[li][1])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80160" y="5120640"/>
            <a:ext cx="10405872" cy="1005840"/>
          </a:xfrm>
          <a:prstGeom prst="roundRect">
            <a:avLst>
              <a:gd name="adj" fmla="val 4545"/>
            </a:avLst>
          </a:prstGeom>
          <a:solidFill>
            <a:srgbClr val="E8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— 추가 고유분해가 없다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508760" y="550468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슬라이싱은 이미 구한 고유값 lambda 에 exp(-lambda*k0*z) 를 곱하는 것뿐이다. 층을 물리적으로 48배 쪼개면 eig 도 48배지만, 이 방식은 eig 횟수가 그대로다. 깊이 분해를 공짜로 얻는 지점.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코드: src/rcwa/rcwa.py  _layer_abs_zcoeffs()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픽셀 귀속 : 어느 픽셀이 먹었나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 방향으로 '창(window)' 을 씌워 적분한다. 여기가 crosstalk 이 정해지는 곳.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11173968" cy="932688"/>
          </a:xfrm>
          <a:prstGeom prst="roundRect">
            <a:avLst>
              <a:gd name="adj" fmla="val 784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A_w(z)  =  Sum_xy  w(x,y) * Im[eps(x,y)] * |E(x,y,z)|^2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080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w(x,y) = 1 인 영역만 세는 마스크. 픽셀마다 하나씩 만든다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쓰는 창 목록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51760"/>
          <a:ext cx="55778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windows[0] = 전체(1)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층 총흡수 -&gt; 정합상수 C 계산용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windows[1] = 트렌치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DTI 안에서 먹힌 분 (QE 제외)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windows[2..] = 픽셀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픽셀 마스크 AND (트렌치 아님)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36208" y="233172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6E6"/>
          </a:solidFill>
          <a:ln/>
        </p:spPr>
      </p:sp>
      <p:sp>
        <p:nvSpPr>
          <p:cNvPr id="11" name="Text 8"/>
          <p:cNvSpPr/>
          <p:nvPr/>
        </p:nvSpPr>
        <p:spPr>
          <a:xfrm>
            <a:off x="6464808" y="2423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order 공간에서 계산하는가 (속도)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64808" y="27249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실공간에서 하려면 슬라이스마다 560x560 격자로 iFFT 를 해야 한다. 대신 파스발 정리를 쓰면 푸리에 계수끼리의 내적 한 번으로 끝난다.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64808" y="3346704"/>
            <a:ext cx="4983480" cy="1005840"/>
          </a:xfrm>
          <a:prstGeom prst="roundRect">
            <a:avLst>
              <a:gd name="adj" fmla="val 4545"/>
            </a:avLst>
          </a:prstGeom>
          <a:solidFill>
            <a:srgbClr val="F4F7F9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92824" y="3438144"/>
            <a:ext cx="4727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Sum_x w*Ime*|E|^2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Sum_dg A[dg] * conj( FFT2[w*Ime][dg] 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|E|^2 대역폭 &lt;= 2*maxorder &lt;&lt; 격자수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앨리어싱 없음 = 실공간 합과 동일값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4709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crosstalk 은 여기서 결정된다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5047488"/>
            <a:ext cx="11173968" cy="1097280"/>
          </a:xfrm>
          <a:prstGeom prst="roundRect">
            <a:avLst>
              <a:gd name="adj" fmla="val 4167"/>
            </a:avLst>
          </a:prstGeom>
          <a:solidFill>
            <a:srgbClr val="ED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5138928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픽셀 아래에서 흡수됐지만 창이 R 픽셀이면 그건 R 의 QE 로 잡힌다 -&gt; 이게 곧 crosstalk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DTI 가 이 누설을 막는 구조물이므로, DTI 를 제대로 못 풀면 (Fourier 해상도 부족) crosstalk 이 과대평가된다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R@550 이 실측 3.2 대비 9.8 로 높은 것이 정확히 이 원인 — nG 를 301 로 올리면 4.9 로 수렴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코드: src/rcwa/rcwa.py  _window_spectra() / band_window_absorption()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절대 스케일 고정 : 정합상수 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RCWA 내부 필드는 상대값이다. 에너지 보존으로 딱 한 번 눈금을 맞춘다.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173968" cy="932688"/>
          </a:xfrm>
          <a:prstGeom prst="roundRect">
            <a:avLst>
              <a:gd name="adj" fmla="val 784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26464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=  ( 1 - R - T )  /  ( 전 손실층 흡수의 총합 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856232"/>
            <a:ext cx="1080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분자는 '실제로 사라진 에너지' (S-matrix 가 정확히 주는 값). 분모는 필드 재구성으로 센 값 (상대 스케일)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EDF3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87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필요한가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852928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 내부 필드는 gap-basis 로 전개되어 절대 진폭이 규약에 의존한다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슬라이스 적분에도 이산화 오차가 남는다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그대로 쓰면 '흡수 합' 이 1-R-T 와 몇 % 어긋난다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를 곱하면 총합이 정확히 1-R-T 가 되어, R+QE_optical+A_stack=1 이 기계적으로 성립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6208" y="2377440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FFF0EF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2487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방식의 장점과 한계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4808" y="2852928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 : QE 가 절대 1 을 넘지 않는다. 에너지 보존 위반이 원천 차단됨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 : nz 를 줄여도 총량은 보존 (분포만 거칠어짐)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 : 층 사이 '배분 비율' 은 여전히 필드 재구성 정확도에 의존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 : 유니터리티 잔차로 1-R-T 가 음수가 되면 C=0 (가드). 560nm 음수 QE 버그가 여기였다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892040"/>
            <a:ext cx="11173968" cy="621792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992624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pix_abs *= C ;  A_band *= C ;  trench_abs *= C     -&gt;     이제 전부 '입사 광자수 대비' 절대값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코드: src/rcwa/rcwa.py  band_window_absorption()  마지막 두 줄  |  C = max(0, 1-R-T) / total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— 수집효율 : 흡수된 광자가 전자로 살아남는 비율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여기서부터는 전자기학이 아니라 반도체 소자 물리다.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11173968" cy="932688"/>
          </a:xfrm>
          <a:prstGeom prst="roundRect">
            <a:avLst>
              <a:gd name="adj" fmla="val 784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eta(z)  =  eta0 * ( 1  -  r0 * exp( -z / ld ) 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080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Si 표면(광 입사면) 기준 절대깊이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73968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5943600"/>
                <a:gridCol w="15727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무엇인가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무엇이 결정하나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값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깊이와 무관한 손실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DTI 측벽 재결합 + 벌크 결함. 트렌치가 Si 전 깊이를 관통하므로 모든 깊이에 균일 작용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1.0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후면(수광면) dead-layer 깊이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표면 근처에서 전자를 잃는 비율. Al2O3/HfOx 고정전하 패시베이션이 표면 재결합속도 S 를 눌러주면 거의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0.0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그 표면항이 미치는 거리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 감쇠 길이. 이 깊이를 넘어가면 표면 손실은 사실상 없다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4160520"/>
            <a:ext cx="11173968" cy="1234440"/>
          </a:xfrm>
          <a:prstGeom prst="roundRect">
            <a:avLst>
              <a:gd name="adj" fmla="val 3704"/>
            </a:avLst>
          </a:prstGeom>
          <a:solidFill>
            <a:srgbClr val="FFF6E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 — 이 항을 '오차 메우는 노브' 로 쓰면 안 된다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4553712"/>
            <a:ext cx="10698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한때 eta0=0.945 를 넣어 뒀었는데, 그건 '예시 si 의 k 가 실제의 3배(450nm 0.250 vs 0.077)라서 생긴 겉보기 손실' 을 메우던 값이었다. 실측 n,k 를 넣자 재적합 결과가 eta0=0.995 / r0=0.00 — 즉 보정할 여지 자체가 없었다. 판별법은 간단하다: 순수 광학 QE 를 실측과 비교해서, 광학 QE &lt;= 실측이면 수집효율로는 절대 격차를 못 메운다.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532120"/>
            <a:ext cx="11173968" cy="658368"/>
          </a:xfrm>
          <a:prstGeom prst="roundRect">
            <a:avLst>
              <a:gd name="adj" fmla="val 6944"/>
            </a:avLst>
          </a:prstGeom>
          <a:solidFill>
            <a:srgbClr val="F4F7F9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" y="5623560"/>
            <a:ext cx="10917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eta0 * ((1.0 - r0 * torch.exp(-z_abs / ld)) if use_coll else ones)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pix_abs += e @ WA[:, 2:]        # 깊이별 가중 후 픽셀별 합산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코드: src/sim/simulator.py  _detector_qe()  |  기본값 상수: ETA0_DEFAULT / R0_PASSIVATED / R0_BARE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— 빠져나간 빛과 버리는 빛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아래로 나간 것(deep), DTI 안에서 먹힌 것(trench) 을 각각 어떻게 처리하는가.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5440680" cy="2377440"/>
          </a:xfrm>
          <a:prstGeom prst="roundRect">
            <a:avLst>
              <a:gd name="adj" fmla="val 1923"/>
            </a:avLst>
          </a:prstGeom>
          <a:solidFill>
            <a:srgbClr val="EDF3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25880"/>
            <a:ext cx="54406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심부 투과 (QE_deep)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밴드 바닥을 통과한 빛. 그 아래에는 구조가 없으므로 가로 위치 그대로 픽셀에 귀속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Poynting flux 맵 Sz(x,y) 를 픽셀 마스크로 나눠 더한다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표면 dead-layer 는 안 닿지만(z 가 큼) 깊이 무관 손실 eta0 는 그대로 곱한다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deep_is_detector=False 면 이 분은 버린다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4983480" cy="548640"/>
          </a:xfrm>
          <a:prstGeom prst="roundRect">
            <a:avLst>
              <a:gd name="adj" fmla="val 8333"/>
            </a:avLst>
          </a:prstGeom>
          <a:solidFill>
            <a:srgbClr val="F4F7F9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1546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 = solver.transmitted_flux_map(ny, nx)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pix_abs[p] += eta0 * Sz[pixidx==p].sum()/ngrid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6208" y="1325880"/>
            <a:ext cx="5440680" cy="2377440"/>
          </a:xfrm>
          <a:prstGeom prst="roundRect">
            <a:avLst>
              <a:gd name="adj" fmla="val 1923"/>
            </a:avLst>
          </a:prstGeom>
          <a:solidFill>
            <a:srgbClr val="EDF3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236208" y="1325880"/>
            <a:ext cx="5440680" cy="54864"/>
          </a:xfrm>
          <a:prstGeom prst="rect">
            <a:avLst/>
          </a:prstGeom>
          <a:solidFill>
            <a:srgbClr val="B340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1463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트렌치 흡수 (QE_trench)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64808" y="1828800"/>
            <a:ext cx="4983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DTI(poly/oxide) 안에서 흡수된 분. 광다이오드가 아니므로 QE 에서 뺀다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exclude_mask 로 픽셀 창에서 미리 제거 -&gt; 픽셀 창 = (픽셀 마스크) AND (NOT 트렌치)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진단용으로 따로 보고한다 (QE_trench)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36208" y="3063240"/>
            <a:ext cx="5440680" cy="640080"/>
          </a:xfrm>
          <a:prstGeom prst="roundRect">
            <a:avLst>
              <a:gd name="adj" fmla="val 7143"/>
            </a:avLst>
          </a:prstGeom>
          <a:solidFill>
            <a:srgbClr val="FFF0EF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08" y="314553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함정 — 이 마스크는 '실제 트렌치 폭' 이어야 한다. 광학계산용으로 넓힌 EMT 폭을 쓰면 G 가 55% -&gt; 42% 로 무너진다. 코드는 기하 마스크와 광학 맵을 분리한다.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 — 픽셀 면적 정규화와 채널 평균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4279392"/>
            <a:ext cx="11173968" cy="1188720"/>
          </a:xfrm>
          <a:prstGeom prst="roundRect">
            <a:avLst>
              <a:gd name="adj" fmla="val 3846"/>
            </a:avLst>
          </a:prstGeom>
          <a:solidFill>
            <a:srgbClr val="F4F7F9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4370832"/>
            <a:ext cx="10917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  = [ (pixidx==p).sum() / ngrid  for p in range(npix) ]   # 픽셀별 면적비 (비정방 픽셀도 지원)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qe_pix = [ v / a  for v, a in zip(pix_abs, area) ]            # 픽셀 QE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qe_lab = { L: mean([q for q,l in zip(qe_pix, labels) if l == L])  for L in labels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labels = ['R','R','G','G', 'R','R','G','G', 'G','G','B','B', 'G','G','B','B']  (tetra 4x4)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같은 라벨 픽셀끼리 평균한 것이 QE_rgb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623560"/>
            <a:ext cx="11173968" cy="621792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724144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QE_rgb = { R: ... , G: ... , B: ... }        &lt;-  실측과 비교하는 최종 숫자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실측과 비교할 때 — 단색 계산을 그대로 대면 안 된다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측정기는 단색이 아니다. 이걸 놓쳐서 500nm 만 안 맞았다.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11173968" cy="932688"/>
          </a:xfrm>
          <a:prstGeom prst="roundRect">
            <a:avLst>
              <a:gd name="adj" fmla="val 784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10808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QE_meas(lambda0)  =  mean over  [ lambda0 - BW/2 ,  lambda0 + BW/2 ]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0808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BW = 측정기 반치폭(FWHM). 코드에서는 measurement.bandwidth_nm 한 줄로 켜진다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FFF0E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증상 — 550 은 맞는데 500 만 틀렸다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4983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23444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+-10nm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QE_G@500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40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7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QE_G@550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31520" y="37033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cf_green 의 k 가 490nm 0.036 -&gt; 510nm 0.010 으로 20nm 만에 3.6 배 변한다. 550nm 는 k 가 평평해서 차이가 없었다. 시뮬이 틀린 게 아니라 '단색 계산을 대역측정과 비교' 한 것이 문제였다.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36208" y="2286000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EDF3F7"/>
          </a:solidFill>
          <a:ln/>
        </p:spPr>
      </p:sp>
      <p:sp>
        <p:nvSpPr>
          <p:cNvPr id="13" name="Text 10"/>
          <p:cNvSpPr/>
          <p:nvPr/>
        </p:nvSpPr>
        <p:spPr>
          <a:xfrm>
            <a:off x="6464808" y="2377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구조적으로 막는 방법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64808" y="272491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스펙트럼 / DOE / API 등 모든 경로가 run_qe() 를 거치게 했다. yaml 에 값이 없으면 (bandwidth_nm=0) 기존 run() 과 완전히 동일하게 동작한다.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64808" y="3337560"/>
            <a:ext cx="4983480" cy="11430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92824" y="3429000"/>
            <a:ext cx="4727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measurement: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bandwidth_nm: 20     # 측정기 FWHM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n_sub: 3             # 대역 내 샘플 수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sim.run_qe(0.55, pol_te=1, pol_tm=0)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4754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 는 편광 평균이다 — 자연광은 무편광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" y="5102352"/>
            <a:ext cx="11173968" cy="868680"/>
          </a:xfrm>
          <a:prstGeom prst="roundRect">
            <a:avLst>
              <a:gd name="adj" fmla="val 5263"/>
            </a:avLst>
          </a:prstGeom>
          <a:solidFill>
            <a:srgbClr val="F4F7F9"/>
          </a:solidFill>
          <a:ln w="12700">
            <a:solidFill>
              <a:srgbClr val="C9D8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" y="5193792"/>
            <a:ext cx="10917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o1 = sim.run_qe(lam, pol_te=1.0, pol_tm=0.0)      # TE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o2 = sim.run_qe(lam, pol_te=0.0, pol_tm=1.0)      # TM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QE = 0.5 * (o1["QE_rgb"][c] + o2["QE_rgb"][c])    # 무편광 = 두 편광의 산술평균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S-matrix 는 편광에 무관하므로 두 번째 편광은 캐시를 재사용한다 — 비용은 2배가 아니다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파이프라인이 맞다고 어떻게 확신하는가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하나를 믿는 게 아니라, 깨지면 바로 드러나는 항등식을 걸어둔다.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5440680" cy="1371600"/>
          </a:xfrm>
          <a:prstGeom prst="roundRect">
            <a:avLst>
              <a:gd name="adj" fmla="val 3333"/>
            </a:avLst>
          </a:prstGeom>
          <a:solidFill>
            <a:srgbClr val="EDF3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64008" cy="1371600"/>
          </a:xfrm>
          <a:prstGeom prst="rect">
            <a:avLst/>
          </a:prstGeom>
          <a:solidFill>
            <a:srgbClr val="1E7F4F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보존 항등식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18196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+ QE_optical + A_stack =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21488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정합상수 C 의 정의 자체가 이것. 위반하면 C 계산이 깨진 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6208" y="1417320"/>
            <a:ext cx="5440680" cy="1371600"/>
          </a:xfrm>
          <a:prstGeom prst="roundRect">
            <a:avLst>
              <a:gd name="adj" fmla="val 3333"/>
            </a:avLst>
          </a:prstGeom>
          <a:solidFill>
            <a:srgbClr val="ED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6236208" y="1417320"/>
            <a:ext cx="64008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npz 라운드트립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18196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구조를 저장 -&gt; 재로드 -&gt; 같은 QE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회귀테스트 [2] : 델타 0.0000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5440680" cy="1371600"/>
          </a:xfrm>
          <a:prstGeom prst="roundRect">
            <a:avLst>
              <a:gd name="adj" fmla="val 3333"/>
            </a:avLst>
          </a:prstGeom>
          <a:solidFill>
            <a:srgbClr val="EDF3F7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971800"/>
            <a:ext cx="64008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블록 조립 == 위저드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" y="33741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두 경로가 만든 18층이 완전 일치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" y="37033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회귀테스트 [6]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6208" y="2971800"/>
            <a:ext cx="5440680" cy="1371600"/>
          </a:xfrm>
          <a:prstGeom prst="roundRect">
            <a:avLst>
              <a:gd name="adj" fmla="val 3333"/>
            </a:avLst>
          </a:prstGeom>
          <a:solidFill>
            <a:srgbClr val="ED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6208" y="2971800"/>
            <a:ext cx="64008" cy="13716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063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 flux 단조감소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33741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-&gt; planar -&gt; cf_grid -&gt; barl 로 갈수록 빛이 줄어야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7033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회귀테스트 [8] — 늘어나면 물리 위반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526280"/>
            <a:ext cx="5440680" cy="1371600"/>
          </a:xfrm>
          <a:prstGeom prst="roundRect">
            <a:avLst>
              <a:gd name="adj" fmla="val 3333"/>
            </a:avLst>
          </a:prstGeom>
          <a:solidFill>
            <a:srgbClr val="EDF3F7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526280"/>
            <a:ext cx="64008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적분 == 실공간 적분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8952" y="4928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파스발 정리로 동일값 보장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" y="52578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가속 전후 6자리까지 비트동일 확인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36208" y="4526280"/>
            <a:ext cx="5440680" cy="1371600"/>
          </a:xfrm>
          <a:prstGeom prst="roundRect">
            <a:avLst>
              <a:gd name="adj" fmla="val 3333"/>
            </a:avLst>
          </a:prstGeom>
          <a:solidFill>
            <a:srgbClr val="EDF3F7"/>
          </a:solidFill>
          <a:ln/>
        </p:spPr>
      </p:sp>
      <p:sp>
        <p:nvSpPr>
          <p:cNvPr id="31" name="Shape 29"/>
          <p:cNvSpPr/>
          <p:nvPr/>
        </p:nvSpPr>
        <p:spPr>
          <a:xfrm>
            <a:off x="6236208" y="4526280"/>
            <a:ext cx="64008" cy="1371600"/>
          </a:xfrm>
          <a:prstGeom prst="rect">
            <a:avLst/>
          </a:prstGeom>
          <a:solidFill>
            <a:srgbClr val="B3403A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수렴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4928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차수를 늘려 값이 수렴하는가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52578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 안 하면 그건 물리가 아니라 수치 오차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PYTHONPATH=. python3 tests/regress_ir.py   -&gt;   ALL PASS  (기준 QE_G@550 = 73.41%)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실측 정합 상태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nG=101, downsample=1, 실측 28점 — 평균 절대오차 2.61 %p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5943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81912"/>
                <a:gridCol w="1581912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lambda(nm)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 sim/meas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2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  sim/meas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 sim/meas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 / 7.6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 / 8.5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33.2 / 37.0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/ 1.8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 / 5.7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55.0 / 59.0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 / 2.6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70.3 / 70.4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32.1 / 34.0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 / 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71.1 / 68.9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 / 6.2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60.9 / 62.9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35.6 / 37.0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 / 3.7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52.3 / 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 / 13.8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 / 5.1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38.7 / 44.0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27.2 / 22.0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14.5 / 8.3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371600"/>
            <a:ext cx="4956048" cy="2377440"/>
          </a:xfrm>
          <a:prstGeom prst="roundRect">
            <a:avLst>
              <a:gd name="adj" fmla="val 1923"/>
            </a:avLst>
          </a:prstGeom>
          <a:solidFill>
            <a:srgbClr val="EDF3F7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 경위</a:t>
            </a:r>
            <a:endParaRPr lang="en-US" sz="13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83080"/>
          <a:ext cx="4526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417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밝은ch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보정 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대역폭만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BRL+대역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F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BRL 통짜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977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4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안 잡힌 것 — 솔직히</a:t>
            </a:r>
            <a:endParaRPr lang="en-US" sz="135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15968"/>
          <a:ext cx="1117396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3101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증상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무엇이 있어야 잡히나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B@700  14.5 vs 8.3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평판 거울 모델 != 실제 M1 배선 패턴. nG 301 까지 올려도 수렴 안 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실제 M1 레이아웃 (면적비/피치/층수)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R@550  9.8 vs 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DTI 유효매질(EMT) 해상도 한계 — nG 올리면 수렴 (101:9.1 -&gt; 301:4.9)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 상향 (비용 문제)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G@520/540 +3~4%p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원인 미규명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 데이터 또는 상부 구조 재확인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02920" y="632764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 보정값은 직광(수직입사) 실측 하나에만 맞춰져 있다 — 사광(CRA) 조건에서는 되반사 경로가 달라진다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위치 요약 — 질문 받으면 여기를 보면 된다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185855" cy="0"/>
          </a:xfrm>
          <a:prstGeom prst="line">
            <a:avLst/>
          </a:prstGeom>
          <a:noFill/>
          <a:ln w="12700">
            <a:solidFill>
              <a:srgbClr val="C9D8E2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73968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00400"/>
                <a:gridCol w="4956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함수 / 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S-matrix 누적, R/T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src/rcwa/rcwa.py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_cumulative_S() , solve()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층 경계 진폭 a,b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src/rcwa/rcwa.py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_node_amps()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층 z-분해 |E|^2 계수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src/rcwa/rcwa.py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_layer_abs_zcoeffs()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창 x Im(eps) 스펙트럼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src/rcwa/rcwa.py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_window_spectra()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창 적분 + 정합상수 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src/rcwa/rcwa.py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band_window_absorption()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심부 투과 flux 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src/rcwa/rcwa.py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transmitted_flux_map()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 집계 (전 단계 종합)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src/sim/simulator.py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_detector_qe()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수집효율 기본값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src/sim/simulator.py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ETA0_DEFAULT / R0_PASSIVATED / R0_BARE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대역폭 평균 진입점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src/sim/simulator.py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run_qe() -&gt; run_band()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검출기 규약 (창 정의)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src/structure/ir.py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Detector : pixel_map / pixel_labels / exclude_mask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실측 대조 도구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tools/compare_measured.py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PYTHONPATH=. python3 tools/compare_measured.py conf/hybrid_lens.yaml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532120"/>
            <a:ext cx="11173968" cy="68580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반환 dict 키 : QE (소자) / QE_optical (광학) / QE_rgb (채널별) / A_stack (Si 밖 손실) / QE_recomb (수집손실) / QE_trench (DTI) / QE_deep (심부) / R (반사)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2026-08-02T23:48:00Z</dcterms:created>
  <dcterms:modified xsi:type="dcterms:W3CDTF">2026-08-02T23:48:00Z</dcterms:modified>
</cp:coreProperties>
</file>